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6"/>
  </p:notesMasterIdLst>
  <p:sldIdLst>
    <p:sldId id="256" r:id="rId2"/>
    <p:sldId id="257" r:id="rId3"/>
    <p:sldId id="258" r:id="rId4"/>
    <p:sldId id="26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96772E-3EBB-4D99-A29A-42F74F071CA5}" v="10" dt="2021-05-14T14:00:33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t Myers" userId="1b9b0e94-623a-4244-b38d-83b7156442a2" providerId="ADAL" clId="{D396772E-3EBB-4D99-A29A-42F74F071CA5}"/>
    <pc:docChg chg="custSel delSld modSld sldOrd delMainMaster modShowInfo">
      <pc:chgData name="Bret Myers" userId="1b9b0e94-623a-4244-b38d-83b7156442a2" providerId="ADAL" clId="{D396772E-3EBB-4D99-A29A-42F74F071CA5}" dt="2021-05-14T14:01:52.568" v="1061" actId="1076"/>
      <pc:docMkLst>
        <pc:docMk/>
      </pc:docMkLst>
      <pc:sldChg chg="delSp modSp mod">
        <pc:chgData name="Bret Myers" userId="1b9b0e94-623a-4244-b38d-83b7156442a2" providerId="ADAL" clId="{D396772E-3EBB-4D99-A29A-42F74F071CA5}" dt="2021-05-14T12:42:02.966" v="384" actId="20577"/>
        <pc:sldMkLst>
          <pc:docMk/>
          <pc:sldMk cId="2032810865" sldId="256"/>
        </pc:sldMkLst>
        <pc:spChg chg="mod">
          <ac:chgData name="Bret Myers" userId="1b9b0e94-623a-4244-b38d-83b7156442a2" providerId="ADAL" clId="{D396772E-3EBB-4D99-A29A-42F74F071CA5}" dt="2021-05-14T12:36:41.270" v="44" actId="113"/>
          <ac:spMkLst>
            <pc:docMk/>
            <pc:sldMk cId="2032810865" sldId="256"/>
            <ac:spMk id="2" creationId="{D7275972-4D94-4B1F-94BF-178C5367596D}"/>
          </ac:spMkLst>
        </pc:spChg>
        <pc:spChg chg="mod">
          <ac:chgData name="Bret Myers" userId="1b9b0e94-623a-4244-b38d-83b7156442a2" providerId="ADAL" clId="{D396772E-3EBB-4D99-A29A-42F74F071CA5}" dt="2021-05-14T12:42:02.966" v="384" actId="20577"/>
          <ac:spMkLst>
            <pc:docMk/>
            <pc:sldMk cId="2032810865" sldId="256"/>
            <ac:spMk id="3" creationId="{534AF9BB-B355-4FEA-AAAA-7494573A6B63}"/>
          </ac:spMkLst>
        </pc:spChg>
        <pc:spChg chg="mod">
          <ac:chgData name="Bret Myers" userId="1b9b0e94-623a-4244-b38d-83b7156442a2" providerId="ADAL" clId="{D396772E-3EBB-4D99-A29A-42F74F071CA5}" dt="2021-05-14T12:36:12.826" v="42"/>
          <ac:spMkLst>
            <pc:docMk/>
            <pc:sldMk cId="2032810865" sldId="256"/>
            <ac:spMk id="4" creationId="{AE9A919B-C0A8-4F8F-A466-1D04DD294D10}"/>
          </ac:spMkLst>
        </pc:spChg>
        <pc:spChg chg="del">
          <ac:chgData name="Bret Myers" userId="1b9b0e94-623a-4244-b38d-83b7156442a2" providerId="ADAL" clId="{D396772E-3EBB-4D99-A29A-42F74F071CA5}" dt="2021-05-14T12:36:14.515" v="43" actId="478"/>
          <ac:spMkLst>
            <pc:docMk/>
            <pc:sldMk cId="2032810865" sldId="256"/>
            <ac:spMk id="6" creationId="{B5F738DC-6DC8-43A2-AA42-1E55D233F379}"/>
          </ac:spMkLst>
        </pc:spChg>
      </pc:sldChg>
      <pc:sldChg chg="addSp delSp modSp mod modAnim">
        <pc:chgData name="Bret Myers" userId="1b9b0e94-623a-4244-b38d-83b7156442a2" providerId="ADAL" clId="{D396772E-3EBB-4D99-A29A-42F74F071CA5}" dt="2021-05-14T13:43:29.114" v="845" actId="1076"/>
        <pc:sldMkLst>
          <pc:docMk/>
          <pc:sldMk cId="1374424890" sldId="257"/>
        </pc:sldMkLst>
        <pc:spChg chg="mod">
          <ac:chgData name="Bret Myers" userId="1b9b0e94-623a-4244-b38d-83b7156442a2" providerId="ADAL" clId="{D396772E-3EBB-4D99-A29A-42F74F071CA5}" dt="2021-05-14T12:40:09.936" v="229" actId="20577"/>
          <ac:spMkLst>
            <pc:docMk/>
            <pc:sldMk cId="1374424890" sldId="257"/>
            <ac:spMk id="2" creationId="{8DCC4210-ECA2-49AF-B103-5660AE996D75}"/>
          </ac:spMkLst>
        </pc:spChg>
        <pc:spChg chg="del mod">
          <ac:chgData name="Bret Myers" userId="1b9b0e94-623a-4244-b38d-83b7156442a2" providerId="ADAL" clId="{D396772E-3EBB-4D99-A29A-42F74F071CA5}" dt="2021-05-14T12:38:01.924" v="169" actId="478"/>
          <ac:spMkLst>
            <pc:docMk/>
            <pc:sldMk cId="1374424890" sldId="257"/>
            <ac:spMk id="3" creationId="{A06BD615-50C1-4CE6-9E9C-04F469FD3027}"/>
          </ac:spMkLst>
        </pc:spChg>
        <pc:spChg chg="del">
          <ac:chgData name="Bret Myers" userId="1b9b0e94-623a-4244-b38d-83b7156442a2" providerId="ADAL" clId="{D396772E-3EBB-4D99-A29A-42F74F071CA5}" dt="2021-05-14T13:24:26.759" v="715" actId="478"/>
          <ac:spMkLst>
            <pc:docMk/>
            <pc:sldMk cId="1374424890" sldId="257"/>
            <ac:spMk id="4" creationId="{B1CA09A5-C6D4-4884-B884-6B89389ECA31}"/>
          </ac:spMkLst>
        </pc:spChg>
        <pc:spChg chg="add mod">
          <ac:chgData name="Bret Myers" userId="1b9b0e94-623a-4244-b38d-83b7156442a2" providerId="ADAL" clId="{D396772E-3EBB-4D99-A29A-42F74F071CA5}" dt="2021-05-14T13:10:48.953" v="705" actId="20577"/>
          <ac:spMkLst>
            <pc:docMk/>
            <pc:sldMk cId="1374424890" sldId="257"/>
            <ac:spMk id="6" creationId="{FC9EBC13-00D9-491B-A655-48F7F6CE88A5}"/>
          </ac:spMkLst>
        </pc:spChg>
        <pc:spChg chg="add mod">
          <ac:chgData name="Bret Myers" userId="1b9b0e94-623a-4244-b38d-83b7156442a2" providerId="ADAL" clId="{D396772E-3EBB-4D99-A29A-42F74F071CA5}" dt="2021-05-14T13:43:29.114" v="845" actId="1076"/>
          <ac:spMkLst>
            <pc:docMk/>
            <pc:sldMk cId="1374424890" sldId="257"/>
            <ac:spMk id="11" creationId="{287DAE2C-B1F3-4359-AE85-887CBA70FA9F}"/>
          </ac:spMkLst>
        </pc:spChg>
        <pc:picChg chg="add del mod">
          <ac:chgData name="Bret Myers" userId="1b9b0e94-623a-4244-b38d-83b7156442a2" providerId="ADAL" clId="{D396772E-3EBB-4D99-A29A-42F74F071CA5}" dt="2021-05-14T13:24:15.508" v="710" actId="478"/>
          <ac:picMkLst>
            <pc:docMk/>
            <pc:sldMk cId="1374424890" sldId="257"/>
            <ac:picMk id="8" creationId="{B0C08566-1ADA-443D-B084-ED1A62B79F5D}"/>
          </ac:picMkLst>
        </pc:picChg>
        <pc:picChg chg="add mod">
          <ac:chgData name="Bret Myers" userId="1b9b0e94-623a-4244-b38d-83b7156442a2" providerId="ADAL" clId="{D396772E-3EBB-4D99-A29A-42F74F071CA5}" dt="2021-05-14T13:24:22.267" v="714" actId="1076"/>
          <ac:picMkLst>
            <pc:docMk/>
            <pc:sldMk cId="1374424890" sldId="257"/>
            <ac:picMk id="10" creationId="{3ECD2E4D-8D1C-42FA-953B-A84B8CF3954C}"/>
          </ac:picMkLst>
        </pc:picChg>
      </pc:sldChg>
      <pc:sldChg chg="addSp delSp modSp mod modAnim">
        <pc:chgData name="Bret Myers" userId="1b9b0e94-623a-4244-b38d-83b7156442a2" providerId="ADAL" clId="{D396772E-3EBB-4D99-A29A-42F74F071CA5}" dt="2021-05-14T14:01:52.568" v="1061" actId="1076"/>
        <pc:sldMkLst>
          <pc:docMk/>
          <pc:sldMk cId="1928542958" sldId="258"/>
        </pc:sldMkLst>
        <pc:spChg chg="mod">
          <ac:chgData name="Bret Myers" userId="1b9b0e94-623a-4244-b38d-83b7156442a2" providerId="ADAL" clId="{D396772E-3EBB-4D99-A29A-42F74F071CA5}" dt="2021-05-14T13:28:59.942" v="753" actId="20577"/>
          <ac:spMkLst>
            <pc:docMk/>
            <pc:sldMk cId="1928542958" sldId="258"/>
            <ac:spMk id="2" creationId="{EE8A3D3B-080C-454F-8908-AA4595741244}"/>
          </ac:spMkLst>
        </pc:spChg>
        <pc:spChg chg="del mod">
          <ac:chgData name="Bret Myers" userId="1b9b0e94-623a-4244-b38d-83b7156442a2" providerId="ADAL" clId="{D396772E-3EBB-4D99-A29A-42F74F071CA5}" dt="2021-05-14T13:29:31.248" v="758" actId="478"/>
          <ac:spMkLst>
            <pc:docMk/>
            <pc:sldMk cId="1928542958" sldId="258"/>
            <ac:spMk id="3" creationId="{DB99668B-29F5-4819-86DD-CCF27780B019}"/>
          </ac:spMkLst>
        </pc:spChg>
        <pc:spChg chg="del">
          <ac:chgData name="Bret Myers" userId="1b9b0e94-623a-4244-b38d-83b7156442a2" providerId="ADAL" clId="{D396772E-3EBB-4D99-A29A-42F74F071CA5}" dt="2021-05-14T13:29:13.144" v="755" actId="478"/>
          <ac:spMkLst>
            <pc:docMk/>
            <pc:sldMk cId="1928542958" sldId="258"/>
            <ac:spMk id="4" creationId="{DC0D16C4-A417-452C-AC45-17C304818D4E}"/>
          </ac:spMkLst>
        </pc:spChg>
        <pc:spChg chg="add mod">
          <ac:chgData name="Bret Myers" userId="1b9b0e94-623a-4244-b38d-83b7156442a2" providerId="ADAL" clId="{D396772E-3EBB-4D99-A29A-42F74F071CA5}" dt="2021-05-14T14:01:47.268" v="1060" actId="14100"/>
          <ac:spMkLst>
            <pc:docMk/>
            <pc:sldMk cId="1928542958" sldId="258"/>
            <ac:spMk id="10" creationId="{60DFB9EE-CD09-461B-A595-CE534E4AE23A}"/>
          </ac:spMkLst>
        </pc:spChg>
        <pc:picChg chg="del">
          <ac:chgData name="Bret Myers" userId="1b9b0e94-623a-4244-b38d-83b7156442a2" providerId="ADAL" clId="{D396772E-3EBB-4D99-A29A-42F74F071CA5}" dt="2021-05-14T13:29:01.741" v="754" actId="478"/>
          <ac:picMkLst>
            <pc:docMk/>
            <pc:sldMk cId="1928542958" sldId="258"/>
            <ac:picMk id="5" creationId="{5A4E3F09-C59E-4B50-B8E3-9389A047930C}"/>
          </ac:picMkLst>
        </pc:picChg>
        <pc:picChg chg="add del mod">
          <ac:chgData name="Bret Myers" userId="1b9b0e94-623a-4244-b38d-83b7156442a2" providerId="ADAL" clId="{D396772E-3EBB-4D99-A29A-42F74F071CA5}" dt="2021-05-14T13:34:12.096" v="765" actId="478"/>
          <ac:picMkLst>
            <pc:docMk/>
            <pc:sldMk cId="1928542958" sldId="258"/>
            <ac:picMk id="7" creationId="{968EB40C-E687-4A9B-928E-9F903B450BC9}"/>
          </ac:picMkLst>
        </pc:picChg>
        <pc:picChg chg="add mod">
          <ac:chgData name="Bret Myers" userId="1b9b0e94-623a-4244-b38d-83b7156442a2" providerId="ADAL" clId="{D396772E-3EBB-4D99-A29A-42F74F071CA5}" dt="2021-05-14T14:01:52.568" v="1061" actId="1076"/>
          <ac:picMkLst>
            <pc:docMk/>
            <pc:sldMk cId="1928542958" sldId="258"/>
            <ac:picMk id="9" creationId="{57FBA8D8-7A50-4505-BF91-05EE4B0C903D}"/>
          </ac:picMkLst>
        </pc:picChg>
      </pc:sldChg>
      <pc:sldChg chg="del">
        <pc:chgData name="Bret Myers" userId="1b9b0e94-623a-4244-b38d-83b7156442a2" providerId="ADAL" clId="{D396772E-3EBB-4D99-A29A-42F74F071CA5}" dt="2021-05-14T13:34:54.403" v="773" actId="2696"/>
        <pc:sldMkLst>
          <pc:docMk/>
          <pc:sldMk cId="2956074506" sldId="260"/>
        </pc:sldMkLst>
      </pc:sldChg>
      <pc:sldChg chg="del">
        <pc:chgData name="Bret Myers" userId="1b9b0e94-623a-4244-b38d-83b7156442a2" providerId="ADAL" clId="{D396772E-3EBB-4D99-A29A-42F74F071CA5}" dt="2021-05-14T13:34:54.403" v="773" actId="2696"/>
        <pc:sldMkLst>
          <pc:docMk/>
          <pc:sldMk cId="3647440134" sldId="261"/>
        </pc:sldMkLst>
      </pc:sldChg>
      <pc:sldChg chg="del modAnim">
        <pc:chgData name="Bret Myers" userId="1b9b0e94-623a-4244-b38d-83b7156442a2" providerId="ADAL" clId="{D396772E-3EBB-4D99-A29A-42F74F071CA5}" dt="2021-05-14T13:34:50.234" v="772" actId="2696"/>
        <pc:sldMkLst>
          <pc:docMk/>
          <pc:sldMk cId="2027477454" sldId="262"/>
        </pc:sldMkLst>
      </pc:sldChg>
      <pc:sldChg chg="del">
        <pc:chgData name="Bret Myers" userId="1b9b0e94-623a-4244-b38d-83b7156442a2" providerId="ADAL" clId="{D396772E-3EBB-4D99-A29A-42F74F071CA5}" dt="2021-05-14T13:34:50.234" v="772" actId="2696"/>
        <pc:sldMkLst>
          <pc:docMk/>
          <pc:sldMk cId="2886837019" sldId="263"/>
        </pc:sldMkLst>
      </pc:sldChg>
      <pc:sldChg chg="del modAnim">
        <pc:chgData name="Bret Myers" userId="1b9b0e94-623a-4244-b38d-83b7156442a2" providerId="ADAL" clId="{D396772E-3EBB-4D99-A29A-42F74F071CA5}" dt="2021-05-14T13:34:50.234" v="772" actId="2696"/>
        <pc:sldMkLst>
          <pc:docMk/>
          <pc:sldMk cId="2497238760" sldId="264"/>
        </pc:sldMkLst>
      </pc:sldChg>
      <pc:sldChg chg="del modAnim">
        <pc:chgData name="Bret Myers" userId="1b9b0e94-623a-4244-b38d-83b7156442a2" providerId="ADAL" clId="{D396772E-3EBB-4D99-A29A-42F74F071CA5}" dt="2021-05-14T13:34:54.403" v="773" actId="2696"/>
        <pc:sldMkLst>
          <pc:docMk/>
          <pc:sldMk cId="3804671825" sldId="265"/>
        </pc:sldMkLst>
      </pc:sldChg>
      <pc:sldChg chg="addSp delSp modSp mod ord">
        <pc:chgData name="Bret Myers" userId="1b9b0e94-623a-4244-b38d-83b7156442a2" providerId="ADAL" clId="{D396772E-3EBB-4D99-A29A-42F74F071CA5}" dt="2021-05-14T13:42:48.161" v="780" actId="1076"/>
        <pc:sldMkLst>
          <pc:docMk/>
          <pc:sldMk cId="3742209969" sldId="269"/>
        </pc:sldMkLst>
        <pc:picChg chg="del">
          <ac:chgData name="Bret Myers" userId="1b9b0e94-623a-4244-b38d-83b7156442a2" providerId="ADAL" clId="{D396772E-3EBB-4D99-A29A-42F74F071CA5}" dt="2021-05-14T12:42:12.399" v="385" actId="478"/>
          <ac:picMkLst>
            <pc:docMk/>
            <pc:sldMk cId="3742209969" sldId="269"/>
            <ac:picMk id="4" creationId="{2FAE74E4-2814-42AC-92E3-F86AA1041D19}"/>
          </ac:picMkLst>
        </pc:picChg>
        <pc:picChg chg="add mod">
          <ac:chgData name="Bret Myers" userId="1b9b0e94-623a-4244-b38d-83b7156442a2" providerId="ADAL" clId="{D396772E-3EBB-4D99-A29A-42F74F071CA5}" dt="2021-05-14T13:42:48.161" v="780" actId="1076"/>
          <ac:picMkLst>
            <pc:docMk/>
            <pc:sldMk cId="3742209969" sldId="269"/>
            <ac:picMk id="5" creationId="{3792E766-7773-4846-9C4F-14F1656B121E}"/>
          </ac:picMkLst>
        </pc:picChg>
      </pc:sldChg>
      <pc:sldChg chg="del">
        <pc:chgData name="Bret Myers" userId="1b9b0e94-623a-4244-b38d-83b7156442a2" providerId="ADAL" clId="{D396772E-3EBB-4D99-A29A-42F74F071CA5}" dt="2021-05-14T13:34:54.403" v="773" actId="2696"/>
        <pc:sldMkLst>
          <pc:docMk/>
          <pc:sldMk cId="1429477043" sldId="270"/>
        </pc:sldMkLst>
      </pc:sldChg>
      <pc:sldChg chg="del">
        <pc:chgData name="Bret Myers" userId="1b9b0e94-623a-4244-b38d-83b7156442a2" providerId="ADAL" clId="{D396772E-3EBB-4D99-A29A-42F74F071CA5}" dt="2021-05-14T13:34:54.403" v="773" actId="2696"/>
        <pc:sldMkLst>
          <pc:docMk/>
          <pc:sldMk cId="3573746156" sldId="271"/>
        </pc:sldMkLst>
      </pc:sldChg>
      <pc:sldChg chg="del">
        <pc:chgData name="Bret Myers" userId="1b9b0e94-623a-4244-b38d-83b7156442a2" providerId="ADAL" clId="{D396772E-3EBB-4D99-A29A-42F74F071CA5}" dt="2021-05-14T13:34:54.403" v="773" actId="2696"/>
        <pc:sldMkLst>
          <pc:docMk/>
          <pc:sldMk cId="3496004018" sldId="273"/>
        </pc:sldMkLst>
      </pc:sldChg>
      <pc:sldChg chg="del">
        <pc:chgData name="Bret Myers" userId="1b9b0e94-623a-4244-b38d-83b7156442a2" providerId="ADAL" clId="{D396772E-3EBB-4D99-A29A-42F74F071CA5}" dt="2021-05-14T13:34:54.403" v="773" actId="2696"/>
        <pc:sldMkLst>
          <pc:docMk/>
          <pc:sldMk cId="515069074" sldId="274"/>
        </pc:sldMkLst>
      </pc:sldChg>
      <pc:sldChg chg="del">
        <pc:chgData name="Bret Myers" userId="1b9b0e94-623a-4244-b38d-83b7156442a2" providerId="ADAL" clId="{D396772E-3EBB-4D99-A29A-42F74F071CA5}" dt="2021-05-14T13:34:50.234" v="772" actId="2696"/>
        <pc:sldMkLst>
          <pc:docMk/>
          <pc:sldMk cId="2340518170" sldId="275"/>
        </pc:sldMkLst>
      </pc:sldChg>
      <pc:sldChg chg="del">
        <pc:chgData name="Bret Myers" userId="1b9b0e94-623a-4244-b38d-83b7156442a2" providerId="ADAL" clId="{D396772E-3EBB-4D99-A29A-42F74F071CA5}" dt="2021-05-14T13:34:50.234" v="772" actId="2696"/>
        <pc:sldMkLst>
          <pc:docMk/>
          <pc:sldMk cId="4109486043" sldId="276"/>
        </pc:sldMkLst>
      </pc:sldChg>
      <pc:sldChg chg="del">
        <pc:chgData name="Bret Myers" userId="1b9b0e94-623a-4244-b38d-83b7156442a2" providerId="ADAL" clId="{D396772E-3EBB-4D99-A29A-42F74F071CA5}" dt="2021-05-14T13:34:50.234" v="772" actId="2696"/>
        <pc:sldMkLst>
          <pc:docMk/>
          <pc:sldMk cId="3164981576" sldId="277"/>
        </pc:sldMkLst>
      </pc:sldChg>
      <pc:sldChg chg="del">
        <pc:chgData name="Bret Myers" userId="1b9b0e94-623a-4244-b38d-83b7156442a2" providerId="ADAL" clId="{D396772E-3EBB-4D99-A29A-42F74F071CA5}" dt="2021-05-14T13:34:54.403" v="773" actId="2696"/>
        <pc:sldMkLst>
          <pc:docMk/>
          <pc:sldMk cId="3567640104" sldId="1672"/>
        </pc:sldMkLst>
      </pc:sldChg>
      <pc:sldChg chg="del">
        <pc:chgData name="Bret Myers" userId="1b9b0e94-623a-4244-b38d-83b7156442a2" providerId="ADAL" clId="{D396772E-3EBB-4D99-A29A-42F74F071CA5}" dt="2021-05-14T12:35:40.224" v="6" actId="2696"/>
        <pc:sldMkLst>
          <pc:docMk/>
          <pc:sldMk cId="421094092" sldId="1673"/>
        </pc:sldMkLst>
      </pc:sldChg>
      <pc:sldChg chg="del">
        <pc:chgData name="Bret Myers" userId="1b9b0e94-623a-4244-b38d-83b7156442a2" providerId="ADAL" clId="{D396772E-3EBB-4D99-A29A-42F74F071CA5}" dt="2021-05-14T13:34:50.234" v="772" actId="2696"/>
        <pc:sldMkLst>
          <pc:docMk/>
          <pc:sldMk cId="4040756139" sldId="1674"/>
        </pc:sldMkLst>
      </pc:sldChg>
      <pc:sldChg chg="del">
        <pc:chgData name="Bret Myers" userId="1b9b0e94-623a-4244-b38d-83b7156442a2" providerId="ADAL" clId="{D396772E-3EBB-4D99-A29A-42F74F071CA5}" dt="2021-05-14T13:34:50.234" v="772" actId="2696"/>
        <pc:sldMkLst>
          <pc:docMk/>
          <pc:sldMk cId="2822275724" sldId="1675"/>
        </pc:sldMkLst>
      </pc:sldChg>
      <pc:sldChg chg="del">
        <pc:chgData name="Bret Myers" userId="1b9b0e94-623a-4244-b38d-83b7156442a2" providerId="ADAL" clId="{D396772E-3EBB-4D99-A29A-42F74F071CA5}" dt="2021-05-14T13:34:50.234" v="772" actId="2696"/>
        <pc:sldMkLst>
          <pc:docMk/>
          <pc:sldMk cId="1075877773" sldId="1676"/>
        </pc:sldMkLst>
      </pc:sldChg>
      <pc:sldChg chg="del modAnim">
        <pc:chgData name="Bret Myers" userId="1b9b0e94-623a-4244-b38d-83b7156442a2" providerId="ADAL" clId="{D396772E-3EBB-4D99-A29A-42F74F071CA5}" dt="2021-05-14T13:34:50.234" v="772" actId="2696"/>
        <pc:sldMkLst>
          <pc:docMk/>
          <pc:sldMk cId="1412047921" sldId="1677"/>
        </pc:sldMkLst>
      </pc:sldChg>
      <pc:sldChg chg="del">
        <pc:chgData name="Bret Myers" userId="1b9b0e94-623a-4244-b38d-83b7156442a2" providerId="ADAL" clId="{D396772E-3EBB-4D99-A29A-42F74F071CA5}" dt="2021-05-14T13:34:50.234" v="772" actId="2696"/>
        <pc:sldMkLst>
          <pc:docMk/>
          <pc:sldMk cId="3497416009" sldId="1678"/>
        </pc:sldMkLst>
      </pc:sldChg>
      <pc:sldMasterChg chg="del delSldLayout">
        <pc:chgData name="Bret Myers" userId="1b9b0e94-623a-4244-b38d-83b7156442a2" providerId="ADAL" clId="{D396772E-3EBB-4D99-A29A-42F74F071CA5}" dt="2021-05-14T13:34:54.403" v="773" actId="2696"/>
        <pc:sldMasterMkLst>
          <pc:docMk/>
          <pc:sldMasterMk cId="1320285614" sldId="2147483698"/>
        </pc:sldMasterMkLst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1770186178" sldId="2147483699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3076675065" sldId="2147483700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721230063" sldId="2147483701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3766418539" sldId="2147483702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1214340057" sldId="2147483703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3648427517" sldId="2147483704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2213635658" sldId="2147483705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594227368" sldId="2147483706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2421060777" sldId="2147483707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737802579" sldId="2147483708"/>
          </pc:sldLayoutMkLst>
        </pc:sldLayoutChg>
        <pc:sldLayoutChg chg="del">
          <pc:chgData name="Bret Myers" userId="1b9b0e94-623a-4244-b38d-83b7156442a2" providerId="ADAL" clId="{D396772E-3EBB-4D99-A29A-42F74F071CA5}" dt="2021-05-14T13:34:54.403" v="773" actId="2696"/>
          <pc:sldLayoutMkLst>
            <pc:docMk/>
            <pc:sldMasterMk cId="1320285614" sldId="2147483698"/>
            <pc:sldLayoutMk cId="375554603" sldId="2147483709"/>
          </pc:sldLayoutMkLst>
        </pc:sldLayoutChg>
        <pc:sldLayoutChg chg="del">
          <pc:chgData name="Bret Myers" userId="1b9b0e94-623a-4244-b38d-83b7156442a2" providerId="ADAL" clId="{D396772E-3EBB-4D99-A29A-42F74F071CA5}" dt="2021-05-14T12:35:40.224" v="6" actId="2696"/>
          <pc:sldLayoutMkLst>
            <pc:docMk/>
            <pc:sldMasterMk cId="1320285614" sldId="2147483698"/>
            <pc:sldLayoutMk cId="3855517239" sldId="214748371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148F9-F0E0-4883-BC16-0027866C09E1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8C9C7-2C77-4DF3-A080-97DE147BF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3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87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9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7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5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6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8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0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7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3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2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F8ECB-D425-481C-A56D-AFE735982247}" type="datetimeFigureOut">
              <a:rPr lang="en-US" smtClean="0"/>
              <a:t>5/14/2021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C3D40-F6C8-41D8-92C4-B6C319559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218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bretamyer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75972-4D94-4B1F-94BF-178C536759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Synapse Databricks Sync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AF9BB-B355-4FEA-AAAA-7494573A6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Importing your Databricks </a:t>
            </a:r>
            <a:r>
              <a:rPr lang="en-US" dirty="0" err="1"/>
              <a:t>metastore</a:t>
            </a:r>
            <a:r>
              <a:rPr lang="en-US" dirty="0"/>
              <a:t> to Synapse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A919B-C0A8-4F8F-A466-1D04DD294D10}"/>
              </a:ext>
            </a:extLst>
          </p:cNvPr>
          <p:cNvSpPr txBox="1"/>
          <p:nvPr/>
        </p:nvSpPr>
        <p:spPr>
          <a:xfrm>
            <a:off x="149290" y="5735637"/>
            <a:ext cx="4058612" cy="9233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 dirty="0"/>
              <a:t>Bret Myers</a:t>
            </a:r>
          </a:p>
          <a:p>
            <a:r>
              <a:rPr lang="en-US" dirty="0"/>
              <a:t>Microsoft Analytics GBB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https://www.linkedin.com/in/bretamyers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81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4210-ECA2-49AF-B103-5660AE99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Hive </a:t>
            </a:r>
            <a:r>
              <a:rPr lang="en-US" dirty="0" err="1"/>
              <a:t>Metastore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9EBC13-00D9-491B-A655-48F7F6CE8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445"/>
            <a:ext cx="10515600" cy="4273518"/>
          </a:xfrm>
        </p:spPr>
        <p:txBody>
          <a:bodyPr/>
          <a:lstStyle/>
          <a:p>
            <a:r>
              <a:rPr lang="en-US" dirty="0"/>
              <a:t>Contains the collection of databases, views, tables, columns</a:t>
            </a:r>
          </a:p>
          <a:p>
            <a:r>
              <a:rPr lang="en-US" dirty="0"/>
              <a:t>This includes the partitions and location to where the data is stored</a:t>
            </a:r>
          </a:p>
          <a:p>
            <a:r>
              <a:rPr lang="en-US" dirty="0"/>
              <a:t>In Azure Databricks, you can use the internal </a:t>
            </a:r>
            <a:r>
              <a:rPr lang="en-US" dirty="0" err="1"/>
              <a:t>metastore</a:t>
            </a:r>
            <a:r>
              <a:rPr lang="en-US" dirty="0"/>
              <a:t> or define an external </a:t>
            </a:r>
            <a:r>
              <a:rPr lang="en-US" dirty="0" err="1"/>
              <a:t>metastore</a:t>
            </a:r>
            <a:r>
              <a:rPr lang="en-US" dirty="0"/>
              <a:t> to store this information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CD2E4D-8D1C-42FA-953B-A84B8CF39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811" y="4398699"/>
            <a:ext cx="5247087" cy="15983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7DAE2C-B1F3-4359-AE85-887CBA70FA9F}"/>
              </a:ext>
            </a:extLst>
          </p:cNvPr>
          <p:cNvSpPr txBox="1"/>
          <p:nvPr/>
        </p:nvSpPr>
        <p:spPr>
          <a:xfrm>
            <a:off x="4688305" y="5997077"/>
            <a:ext cx="2815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 external </a:t>
            </a:r>
            <a:r>
              <a:rPr lang="en-US" sz="1400" dirty="0" err="1"/>
              <a:t>metastore</a:t>
            </a:r>
            <a:r>
              <a:rPr lang="en-US" sz="1400" dirty="0"/>
              <a:t> being shared</a:t>
            </a:r>
          </a:p>
        </p:txBody>
      </p:sp>
    </p:spTree>
    <p:extLst>
      <p:ext uri="{BB962C8B-B14F-4D97-AF65-F5344CB8AC3E}">
        <p14:creationId xmlns:p14="http://schemas.microsoft.com/office/powerpoint/2010/main" val="1374424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3D3B-080C-454F-8908-AA459574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Databricks </a:t>
            </a:r>
            <a:r>
              <a:rPr lang="en-US" dirty="0" err="1"/>
              <a:t>Metastore</a:t>
            </a:r>
            <a:r>
              <a:rPr lang="en-US" dirty="0"/>
              <a:t> Sync to Synapse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FBA8D8-7A50-4505-BF91-05EE4B0C9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849" y="1434229"/>
            <a:ext cx="4750262" cy="5211950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0DFB9EE-CD09-461B-A595-CE534E4AE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3445"/>
            <a:ext cx="5142394" cy="4273518"/>
          </a:xfrm>
        </p:spPr>
        <p:txBody>
          <a:bodyPr>
            <a:normAutofit/>
          </a:bodyPr>
          <a:lstStyle/>
          <a:p>
            <a:r>
              <a:rPr lang="en-US" dirty="0"/>
              <a:t>Connect to an Azure Databricks cluster</a:t>
            </a:r>
          </a:p>
          <a:p>
            <a:r>
              <a:rPr lang="en-US" dirty="0"/>
              <a:t>Pull the database tables and view definitions</a:t>
            </a:r>
          </a:p>
          <a:p>
            <a:r>
              <a:rPr lang="en-US" dirty="0"/>
              <a:t>Execute the definitions in your Synapse spark pool</a:t>
            </a:r>
          </a:p>
        </p:txBody>
      </p:sp>
    </p:spTree>
    <p:extLst>
      <p:ext uri="{BB962C8B-B14F-4D97-AF65-F5344CB8AC3E}">
        <p14:creationId xmlns:p14="http://schemas.microsoft.com/office/powerpoint/2010/main" val="1928542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515A-7CFE-42EE-813D-9675AACAB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2E766-7773-4846-9C4F-14F1656B1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928" y="1799177"/>
            <a:ext cx="7594143" cy="430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099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104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Synapse Databricks Sync</vt:lpstr>
      <vt:lpstr>What is a Hive Metastore</vt:lpstr>
      <vt:lpstr>Databricks Metastore Sync to Synapse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your SHIR go BRRR</dc:title>
  <dc:creator>Art Rask</dc:creator>
  <cp:lastModifiedBy>Bret Myers</cp:lastModifiedBy>
  <cp:revision>2</cp:revision>
  <dcterms:created xsi:type="dcterms:W3CDTF">2021-03-17T15:49:28Z</dcterms:created>
  <dcterms:modified xsi:type="dcterms:W3CDTF">2021-05-14T14:01:52Z</dcterms:modified>
</cp:coreProperties>
</file>